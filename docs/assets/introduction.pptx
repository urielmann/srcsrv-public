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62" r:id="rId6"/>
    <p:sldId id="258" r:id="rId7"/>
    <p:sldId id="257" r:id="rId8"/>
    <p:sldId id="261" r:id="rId9"/>
    <p:sldId id="270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1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8" y="9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3/2/2024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3/2/2024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/win" TargetMode="External"/><Relationship Id="rId2" Type="http://schemas.openxmlformats.org/officeDocument/2006/relationships/hyperlink" Target="https://pypi.org/project/srcsrv/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learn.microsoft.com/en-us/windows-hardware/drivers/debugger/source-indexing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SRCSRV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Source Indexing Package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BC7A28-376E-E443-33E5-0AB053C797E5}"/>
              </a:ext>
            </a:extLst>
          </p:cNvPr>
          <p:cNvSpPr txBox="1"/>
          <p:nvPr/>
        </p:nvSpPr>
        <p:spPr>
          <a:xfrm>
            <a:off x="1219200" y="6184900"/>
            <a:ext cx="657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Copyright 2024 Uriel Mann &lt;abba.mann@gmail.com&gt;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27" name="Picture Placeholder 26" descr="Clock">
            <a:extLst>
              <a:ext uri="{FF2B5EF4-FFF2-40B4-BE49-F238E27FC236}">
                <a16:creationId xmlns:a16="http://schemas.microsoft.com/office/drawing/2014/main" id="{6F737161-FE67-434D-A781-59EDB9EDCB2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B924A29-3538-4A3F-82A6-D2A7538C21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pic>
        <p:nvPicPr>
          <p:cNvPr id="29" name="Picture Placeholder 28" descr="Microscope">
            <a:extLst>
              <a:ext uri="{FF2B5EF4-FFF2-40B4-BE49-F238E27FC236}">
                <a16:creationId xmlns:a16="http://schemas.microsoft.com/office/drawing/2014/main" id="{9E5BF01B-21D6-4D43-9CAE-0298685C1A7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B8F0371-4F69-4131-91BF-9AB99E6EE8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8CACAF1-61EA-4605-A8FE-2EEE752B49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" name="Picture Placeholder 32" descr="Head with Gears">
            <a:extLst>
              <a:ext uri="{FF2B5EF4-FFF2-40B4-BE49-F238E27FC236}">
                <a16:creationId xmlns:a16="http://schemas.microsoft.com/office/drawing/2014/main" id="{BD326B54-3916-B478-70C0-4B1A1996BC2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7710488" y="2097088"/>
            <a:ext cx="1258887" cy="125888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F0A29E-3793-E521-B65D-EDD2700864C2}"/>
              </a:ext>
            </a:extLst>
          </p:cNvPr>
          <p:cNvSpPr txBox="1"/>
          <p:nvPr/>
        </p:nvSpPr>
        <p:spPr>
          <a:xfrm>
            <a:off x="1219200" y="6184900"/>
            <a:ext cx="657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Copyright 2024 Uriel Mann &lt;abba.mann@gmail.com&gt;</a:t>
            </a:r>
          </a:p>
        </p:txBody>
      </p:sp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25385"/>
            <a:ext cx="11214099" cy="4689690"/>
          </a:xfrm>
        </p:spPr>
        <p:txBody>
          <a:bodyPr/>
          <a:lstStyle/>
          <a:p>
            <a:r>
              <a:rPr lang="en-US" dirty="0"/>
              <a:t>Source indexing technology has been part of Microsoft’s debugging tools for a long time</a:t>
            </a:r>
          </a:p>
          <a:p>
            <a:pPr lvl="1"/>
            <a:r>
              <a:rPr lang="en-US" dirty="0"/>
              <a:t>Classic </a:t>
            </a:r>
            <a:r>
              <a:rPr lang="en-US" dirty="0" err="1"/>
              <a:t>WinDBG</a:t>
            </a:r>
            <a:endParaRPr lang="en-US" dirty="0"/>
          </a:p>
          <a:p>
            <a:pPr lvl="1"/>
            <a:r>
              <a:rPr lang="en-US" dirty="0"/>
              <a:t>Modern </a:t>
            </a:r>
            <a:r>
              <a:rPr lang="en-US" dirty="0" err="1"/>
              <a:t>WinDbgX</a:t>
            </a:r>
            <a:endParaRPr lang="en-US" dirty="0"/>
          </a:p>
          <a:p>
            <a:pPr lvl="1"/>
            <a:r>
              <a:rPr lang="en-US" dirty="0"/>
              <a:t>Visual Studio Debugger</a:t>
            </a:r>
          </a:p>
          <a:p>
            <a:r>
              <a:rPr lang="en-US" dirty="0"/>
              <a:t>It allows the creation of a link between an executable binary and the version of the source code that was used when the binary was built by embedding additional information into the symbols database (PDB) file</a:t>
            </a:r>
          </a:p>
          <a:p>
            <a:r>
              <a:rPr lang="en-US" dirty="0"/>
              <a:t> Source-indexed PDB enables the debugger to automagically pull the source code from the repository during “live” or “postmortem” debugging</a:t>
            </a:r>
          </a:p>
          <a:p>
            <a:r>
              <a:rPr lang="en-US" dirty="0"/>
              <a:t>Initially, the technology was published with a few Perl scripts to facilitate indexing for a few SCM types</a:t>
            </a:r>
          </a:p>
          <a:p>
            <a:r>
              <a:rPr lang="en-US" dirty="0"/>
              <a:t>Regrettably, Microsoft failed to provide source-indexing tools for most of the existing types of repos</a:t>
            </a:r>
          </a:p>
          <a:p>
            <a:r>
              <a:rPr lang="en-US" dirty="0"/>
              <a:t>Few years ago, I created a publicly available Python package to index code for several popular Git SCM types (GitHub, Gitlab, Codebase, and Bitbucket)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0F3601-B006-0403-92DE-BA256C5D8EFF}"/>
              </a:ext>
            </a:extLst>
          </p:cNvPr>
          <p:cNvSpPr txBox="1"/>
          <p:nvPr/>
        </p:nvSpPr>
        <p:spPr>
          <a:xfrm>
            <a:off x="1219200" y="6184900"/>
            <a:ext cx="657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Copyright 2024 Uriel Mann &lt;abba.mann@gmail.com&gt;</a:t>
            </a: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Source-indexing in Action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C88FAE-B3DF-F074-6685-1E2CC48D3105}"/>
              </a:ext>
            </a:extLst>
          </p:cNvPr>
          <p:cNvSpPr txBox="1"/>
          <p:nvPr/>
        </p:nvSpPr>
        <p:spPr>
          <a:xfrm>
            <a:off x="1219200" y="6184900"/>
            <a:ext cx="657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Copyright 2024 Uriel Mann &lt;abba.mann@gmail.com&gt;</a:t>
            </a: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US" dirty="0"/>
              <a:t>Example indexing script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2505075"/>
            <a:ext cx="5157787" cy="3684588"/>
          </a:xfrm>
        </p:spPr>
        <p:txBody>
          <a:bodyPr/>
          <a:lstStyle/>
          <a:p>
            <a:r>
              <a:rPr lang="en-US" dirty="0"/>
              <a:t>Install </a:t>
            </a:r>
            <a:r>
              <a:rPr lang="en-US" b="1" dirty="0" err="1"/>
              <a:t>srcsrv</a:t>
            </a:r>
            <a:r>
              <a:rPr lang="en-US" dirty="0"/>
              <a:t> package</a:t>
            </a:r>
          </a:p>
          <a:p>
            <a:r>
              <a:rPr lang="en-US" dirty="0"/>
              <a:t>Install Debugging Tools for Window</a:t>
            </a:r>
          </a:p>
          <a:p>
            <a:pPr lvl="1"/>
            <a:r>
              <a:rPr lang="en-US" dirty="0"/>
              <a:t>Only for the source-indexing phase.</a:t>
            </a:r>
          </a:p>
          <a:p>
            <a:pPr lvl="1"/>
            <a:r>
              <a:rPr lang="en-US" dirty="0"/>
              <a:t>When debugging all support is already available</a:t>
            </a:r>
          </a:p>
          <a:p>
            <a:r>
              <a:rPr lang="en-US" dirty="0"/>
              <a:t>Install Python 3.8 or a more recent version</a:t>
            </a:r>
          </a:p>
          <a:p>
            <a:r>
              <a:rPr lang="en-US" dirty="0"/>
              <a:t>Install Git SCM CLI</a:t>
            </a:r>
          </a:p>
          <a:p>
            <a:r>
              <a:rPr lang="en-US" dirty="0"/>
              <a:t>Create a Python script to run at the end of the build before PDB files are uploaded to the symbol server</a:t>
            </a:r>
          </a:p>
          <a:p>
            <a:pPr lvl="1"/>
            <a:r>
              <a:rPr lang="en-US" dirty="0"/>
              <a:t>The script is not required for debugging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srcsrv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'__main__'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'--action'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'index'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'--plugin'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srcsrv.plugins.Gitlab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'--build-base'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'S:/repos/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gitlab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'--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           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'https://gitlab.com/'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'--commit'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    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'V6'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tag, commit hash. or branch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'--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pdbs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      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'C:/repos/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gitlab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/bin/x86'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'--account'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       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'&lt;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your_account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'--project-id'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'&lt;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your_project_id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]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srcsrv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746C799-77D8-43D2-2CD8-BCA29823E0AB}"/>
              </a:ext>
            </a:extLst>
          </p:cNvPr>
          <p:cNvSpPr txBox="1">
            <a:spLocks/>
          </p:cNvSpPr>
          <p:nvPr/>
        </p:nvSpPr>
        <p:spPr>
          <a:xfrm>
            <a:off x="533400" y="1681163"/>
            <a:ext cx="5157788" cy="82391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For source-indexing the PDB, and debugging, the requirements are minimal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045579-6F52-7E9B-9AAA-D608411A488D}"/>
              </a:ext>
            </a:extLst>
          </p:cNvPr>
          <p:cNvSpPr txBox="1"/>
          <p:nvPr/>
        </p:nvSpPr>
        <p:spPr>
          <a:xfrm>
            <a:off x="1219200" y="6184900"/>
            <a:ext cx="657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Copyright 2024 Uriel Mann &lt;abba.mann@gmail.com&gt;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B7780-7EF5-7E76-49C4-D53BA3933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718D7B-812F-331D-AAE6-BE14205F9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resources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F87C579-4073-427A-C36D-17D2C8AB3E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25385"/>
            <a:ext cx="11214099" cy="4093243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SRCSRV</a:t>
            </a:r>
            <a:r>
              <a:rPr lang="en-US" dirty="0"/>
              <a:t> Package download -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https://pypi.org/project/srcsrv/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Full documentation and reporting issues -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https://github.com/urielmann/srcsrv-public/</a:t>
            </a:r>
          </a:p>
          <a:p>
            <a:r>
              <a:rPr lang="en-US" dirty="0">
                <a:solidFill>
                  <a:schemeClr val="accent6"/>
                </a:solidFill>
              </a:rPr>
              <a:t>Python</a:t>
            </a:r>
            <a:r>
              <a:rPr lang="en-US" dirty="0"/>
              <a:t> download –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https://www.python.org/downloads/</a:t>
            </a:r>
          </a:p>
          <a:p>
            <a:r>
              <a:rPr lang="en-US" dirty="0">
                <a:solidFill>
                  <a:schemeClr val="accent6"/>
                </a:solidFill>
              </a:rPr>
              <a:t>Debugging Tools for Windows</a:t>
            </a:r>
            <a:r>
              <a:rPr lang="en-US" dirty="0"/>
              <a:t> download –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https://learn.microsoft.com/en-us/windows-hardware/drivers/debugger/debugger-download-tools</a:t>
            </a:r>
          </a:p>
          <a:p>
            <a:r>
              <a:rPr lang="en-US" dirty="0">
                <a:solidFill>
                  <a:schemeClr val="accent6"/>
                </a:solidFill>
              </a:rPr>
              <a:t>Git CLI</a:t>
            </a:r>
            <a:r>
              <a:rPr lang="en-US" dirty="0"/>
              <a:t> download -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https://git-scm.com/download/win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More information on source-indexing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https://learn.microsoft.com/en-us/windows-hardware/drivers/debugger/source-indexing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https://randomascii.wordpress.com/2011/11/11/source-indexing-is-underused-awesomeness/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D0D008-92CE-8825-EDA3-25ECDD7B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99F767-AFE8-7055-5BDC-FA9FB58C1DB2}"/>
              </a:ext>
            </a:extLst>
          </p:cNvPr>
          <p:cNvSpPr txBox="1"/>
          <p:nvPr/>
        </p:nvSpPr>
        <p:spPr>
          <a:xfrm>
            <a:off x="1219200" y="6184900"/>
            <a:ext cx="657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Copyright 2024 Uriel Mann &lt;abba.mann@gmail.com&gt;</a:t>
            </a:r>
          </a:p>
        </p:txBody>
      </p:sp>
    </p:spTree>
    <p:extLst>
      <p:ext uri="{BB962C8B-B14F-4D97-AF65-F5344CB8AC3E}">
        <p14:creationId xmlns:p14="http://schemas.microsoft.com/office/powerpoint/2010/main" val="177856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46A4759-D9DD-6843-DF9A-500A08704C93}"/>
              </a:ext>
            </a:extLst>
          </p:cNvPr>
          <p:cNvSpPr txBox="1">
            <a:spLocks/>
          </p:cNvSpPr>
          <p:nvPr/>
        </p:nvSpPr>
        <p:spPr>
          <a:xfrm>
            <a:off x="2694432" y="4380807"/>
            <a:ext cx="6803136" cy="3657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Contact: abba.mann@gmail.com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11B036-6A27-07F0-A6CF-D2C28FC9C809}"/>
              </a:ext>
            </a:extLst>
          </p:cNvPr>
          <p:cNvSpPr txBox="1"/>
          <p:nvPr/>
        </p:nvSpPr>
        <p:spPr>
          <a:xfrm>
            <a:off x="1219200" y="6184900"/>
            <a:ext cx="657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Copyright 2024 Uriel Mann &lt;abba.mann@gmail.com&gt;</a:t>
            </a: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106</TotalTime>
  <Words>575</Words>
  <Application>Microsoft Office PowerPoint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Consolas</vt:lpstr>
      <vt:lpstr>Trade Gothic LT Pro</vt:lpstr>
      <vt:lpstr>Trebuchet MS</vt:lpstr>
      <vt:lpstr>Office Theme</vt:lpstr>
      <vt:lpstr>SRCSRV Introduction</vt:lpstr>
      <vt:lpstr>Agenda</vt:lpstr>
      <vt:lpstr>History</vt:lpstr>
      <vt:lpstr>Source-indexing in Action</vt:lpstr>
      <vt:lpstr>Setup</vt:lpstr>
      <vt:lpstr>Additional resources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Here</dc:title>
  <dc:creator>Uri Mann</dc:creator>
  <cp:lastModifiedBy>Uri Mann</cp:lastModifiedBy>
  <cp:revision>18</cp:revision>
  <dcterms:created xsi:type="dcterms:W3CDTF">2024-02-17T18:29:07Z</dcterms:created>
  <dcterms:modified xsi:type="dcterms:W3CDTF">2024-03-02T22:23:42Z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